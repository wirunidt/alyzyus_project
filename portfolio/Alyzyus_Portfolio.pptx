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e3d0ec30094f92" /><Relationship Type="http://schemas.openxmlformats.org/officeDocument/2006/relationships/extended-properties" Target="/docProps/app.xml" Id="R313264424c4f4711" /><Relationship Type="http://schemas.openxmlformats.org/officeDocument/2006/relationships/officeDocument" Target="/ppt/presentation.xml" Id="R71c5ac58db2d4a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75c950c4684b49"/>
  </p:sldMasterIdLst>
  <p:notesMasterIdLst>
    <p:notesMasterId xmlns:r="http://schemas.openxmlformats.org/officeDocument/2006/relationships" r:id="R2a2a35cdee4c46b8"/>
  </p:notesMasterIdLst>
  <p:sldIdLst>
    <p:sldId xmlns:r="http://schemas.openxmlformats.org/officeDocument/2006/relationships" id="256" r:id="R636af99a4dbe4cfc"/>
    <p:sldId xmlns:r="http://schemas.openxmlformats.org/officeDocument/2006/relationships" id="257" r:id="Rd13e9274c84f4dcf"/>
    <p:sldId xmlns:r="http://schemas.openxmlformats.org/officeDocument/2006/relationships" id="258" r:id="R26f132dcdff34528"/>
    <p:sldId xmlns:r="http://schemas.openxmlformats.org/officeDocument/2006/relationships" id="259" r:id="R5a0ba063666c4dad"/>
    <p:sldId xmlns:r="http://schemas.openxmlformats.org/officeDocument/2006/relationships" id="260" r:id="Rbb6664d5aa9d424d"/>
    <p:sldId xmlns:r="http://schemas.openxmlformats.org/officeDocument/2006/relationships" id="261" r:id="R827b3d5c2e1d456c"/>
    <p:sldId xmlns:r="http://schemas.openxmlformats.org/officeDocument/2006/relationships" id="262" r:id="Raef545477a3a40d1"/>
    <p:sldId xmlns:r="http://schemas.openxmlformats.org/officeDocument/2006/relationships" id="263" r:id="Re1098ecf1dd942a0"/>
    <p:sldId xmlns:r="http://schemas.openxmlformats.org/officeDocument/2006/relationships" id="264" r:id="Rcf1ca187fa814c58"/>
    <p:sldId xmlns:r="http://schemas.openxmlformats.org/officeDocument/2006/relationships" id="265" r:id="Rc5e250fd7e9148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171b63ce524f21" /><Relationship Type="http://schemas.openxmlformats.org/officeDocument/2006/relationships/slideMaster" Target="/ppt/slideMasters/slideMaster1.xml" Id="R3475c950c4684b49" /><Relationship Type="http://schemas.openxmlformats.org/officeDocument/2006/relationships/notesMaster" Target="/ppt/notesMasters/notesMaster1.xml" Id="R2a2a35cdee4c46b8" /><Relationship Type="http://schemas.openxmlformats.org/officeDocument/2006/relationships/presProps" Target="/ppt/presProps.xml" Id="R69b1a45d36014097" /><Relationship Type="http://schemas.openxmlformats.org/officeDocument/2006/relationships/tableStyles" Target="/ppt/tableStyles.xml" Id="R00625a97f4c9484e" /><Relationship Type="http://schemas.openxmlformats.org/officeDocument/2006/relationships/slide" Target="/ppt/slides/slide1.xml" Id="R636af99a4dbe4cfc" /><Relationship Type="http://schemas.openxmlformats.org/officeDocument/2006/relationships/slide" Target="/ppt/slides/slide2.xml" Id="Rd13e9274c84f4dcf" /><Relationship Type="http://schemas.openxmlformats.org/officeDocument/2006/relationships/slide" Target="/ppt/slides/slide3.xml" Id="R26f132dcdff34528" /><Relationship Type="http://schemas.openxmlformats.org/officeDocument/2006/relationships/slide" Target="/ppt/slides/slide4.xml" Id="R5a0ba063666c4dad" /><Relationship Type="http://schemas.openxmlformats.org/officeDocument/2006/relationships/slide" Target="/ppt/slides/slide5.xml" Id="Rbb6664d5aa9d424d" /><Relationship Type="http://schemas.openxmlformats.org/officeDocument/2006/relationships/slide" Target="/ppt/slides/slide6.xml" Id="R827b3d5c2e1d456c" /><Relationship Type="http://schemas.openxmlformats.org/officeDocument/2006/relationships/slide" Target="/ppt/slides/slide7.xml" Id="Raef545477a3a40d1" /><Relationship Type="http://schemas.openxmlformats.org/officeDocument/2006/relationships/slide" Target="/ppt/slides/slide8.xml" Id="Re1098ecf1dd942a0" /><Relationship Type="http://schemas.openxmlformats.org/officeDocument/2006/relationships/slide" Target="/ppt/slides/slide9.xml" Id="Rcf1ca187fa814c58" /><Relationship Type="http://schemas.openxmlformats.org/officeDocument/2006/relationships/slide" Target="/ppt/slides/slide10.xml" Id="Rc5e250fd7e91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b54f1a01f44a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67ac841844c9c" /><Relationship Type="http://schemas.openxmlformats.org/officeDocument/2006/relationships/notesMaster" Target="/ppt/notesMasters/notesMaster1.xml" Id="Ra5c1450f9c84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cb91b716ae4588" /><Relationship Type="http://schemas.openxmlformats.org/officeDocument/2006/relationships/notesMaster" Target="/ppt/notesMasters/notesMaster1.xml" Id="R20dcaa58e41547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2a7f29e1d41c1" /><Relationship Type="http://schemas.openxmlformats.org/officeDocument/2006/relationships/notesMaster" Target="/ppt/notesMasters/notesMaster1.xml" Id="R68e8769f3b9e4c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fed4e1ce646e8" /><Relationship Type="http://schemas.openxmlformats.org/officeDocument/2006/relationships/notesMaster" Target="/ppt/notesMasters/notesMaster1.xml" Id="Rdd7c52e120df4f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c2523a63474a44" /><Relationship Type="http://schemas.openxmlformats.org/officeDocument/2006/relationships/notesMaster" Target="/ppt/notesMasters/notesMaster1.xml" Id="R8bed2918c201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7ee95ea3fe4381" /><Relationship Type="http://schemas.openxmlformats.org/officeDocument/2006/relationships/notesMaster" Target="/ppt/notesMasters/notesMaster1.xml" Id="Re978f16bf060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414d8d2c1a4899" /><Relationship Type="http://schemas.openxmlformats.org/officeDocument/2006/relationships/notesMaster" Target="/ppt/notesMasters/notesMaster1.xml" Id="R3f4d3f44e9064b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58aaaf43124f45" /><Relationship Type="http://schemas.openxmlformats.org/officeDocument/2006/relationships/notesMaster" Target="/ppt/notesMasters/notesMaster1.xml" Id="Re80ab85b60db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78aec7c0484aab" /><Relationship Type="http://schemas.openxmlformats.org/officeDocument/2006/relationships/notesMaster" Target="/ppt/notesMasters/notesMaster1.xml" Id="R51902bceca9348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72ec0669524c2a" /><Relationship Type="http://schemas.openxmlformats.org/officeDocument/2006/relationships/notesMaster" Target="/ppt/notesMasters/notesMaster1.xml" Id="Rfe48da39962445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แนะนำตัวและโครงการประมาณ 30 วินาที ผมเสนอแนวคิดและกำหนดความต้องการของ Alyzyus โดยพัฒนาต้นแบบร่วมกับเครื่องมือ AI โครงการนี้ใช้ร้านค้าออนไลน์เป็นโจทย์เพื่อศึกษาความถูกต้องของข้อมูล สิทธิ์ผู้ใช้ และการอธิบายกระบวนการด้วย 3D ภาพประกอบแบรนด์สร้างด้วย AI ดู 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อธิบายโจทย์ 35 วินาที ระบบเดิมเป็นฟอร์มรับคำสั่งซื้อ โครงการขยายให้หน้าร้านและหลังบ้านใช้ข้อมูลชุดเดียวกัน การแบ่งผู้ใช้สองกลุ่มทำให้ต้องออกแบบสิทธิ์และการตรวจข้อมูลชัดเจน ไม่อ้างว่ามีผู้ใช้หรือรายได้จริง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เปิดหน้าเว็บจริง https://alyzyus.vercel.app และสลับภาษาและธีมใช้เวลา 45 วินาที ภาพนี้เป็นหน้าร้านที่ Deploy จริง สินค้าฐานข้อมูลยังเป็น draft จึงไม่แสดงสินค้าพร้อมขาย การทดลองถุงสินค้าควรใช้โหมดตัวอย่างในเครื่องหรือฐานข้อมูลทดสอบ ที่มา templates และ public/static ของ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45 วินาที Flask ตอบหน้า HTML และ JSON API ส่วน Supabase จัดการบัญชีและข้อมูล ตัวเว็บใช้ JavaScript ปกติ Three.js เปิดเมื่อผู้ใช้เข้าดูฉากเท่านั้น RLS ช่วยจำกัดการเข้าถึงระดับฐานข้อมูล โค้ด server/__init__.py auth.py api.py database.py และ migrations อธิบายได้จริง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วินาที เปิด function create_order ใน SQL หากผู้ประเมินต้องการดูโค้ด อธิบายตัวอย่างลูกค้าแก้ราคาในเบราว์เซอร์และการกดปุ่มซ้ำ สต็อกและคำสั่งซื้อควรสำเร็จร่วมกัน Stripe webhook มีโค้ดรองรับและทดสอบด้วยข้อมูลจำลอง แต่บัญชีร้านยังไม่ได้เปิดรับเงินจริง ข้อเท็จจริงอยู่ tests/database.test.mjs และ tests/test_backend.py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วินาที เปิด /simulation?mode=product อธิบายป้าย DEMO และหมุนฉาก การเปิด order=&lt;UUID&gt; อ่านออเดอร์ที่บัญชีมีสิทธิ์เท่านั้น การเคลื่อนไหวไม่เปลี่ยนสถานะคำสั่งซื้อและไม่ใช่ตำแหน่งจริงของพัสดุ ที่มาภาพจากเว็บจริง public/static/queue3d.html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วินาที เปิด /simulation ทดลองเพิ่มอัตราคนเข้าเป็น 20 และเพิ่มเจ้าหน้าที่เอกสารจาก 1 เป็น 3 หากเกิดคิวอาจใช้ความเร็ว 5 เท่า ค่าทั้งหมดเป็นแบบจำลองไม่ใช่ข้อมูลสำนักงานจริง หนึ่งการทดลองไม่เพียงพอสรุปเชิงสถิติ แบบจำลองไม่เขียนข้อมูลร้าน ภาพนี้จากฉากที่ Deploy 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วินาที แสดงคำสั่ง python -B -m unittest discover -s tests -p test_*.py และ npm --prefix tests test มี Python 30 และ Node 9 กรณี โดย Node รวม database suite 1 กรณีใหญ่กับ queue 8 กรณี อย่าอ้างว่าปราศจากข้อผิดพลาด Security advisor ล่าสุดหลัง hardening ไม่พบ alert แต่ไม่ใช่การตรวจเจาะระบบเต็มรูปแบบ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วินาที อธิบายว่าจำกัดจำนวนที่วาดแต่คำนวณจำนวนคนในคิวครบทั้งหมด ไม่รับประกันทุกเครื่องลื่นเท่ากันและยังไม่มี benchmark ภาคสนาม บัญชีรับเงินออนไลน์ยังไม่ได้ตั้งค่า สินค้า draft จะไม่ขาย จึงเป็นต้นแบบที่ Deploy และเชื่อมข้อมูลจริงแล้วแต่ยังต้องตั้งข้อมูลธุรกิจ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ปิดการนำเสนอ 30 วินาที โครงการใช้ข้อกำหนดที่ผมเสนอและพัฒนาร่วมกับ AI ผมควรเตรียมอธิบายและแก้โค้ดตัวอย่างด้วยความเข้าใจของตนเอง ไม่อ้างว่าเขียนทุกบรรทัดโดยไม่มีเครื่องมือช่วย Repository เป็น Private ผู้ประเมินต้องได้รับสิทธิ์จากเจ้าของก่อน เปิดเว็บจริงได้ทันที เอกสารนี้ไม่รับรองเกณฑ์การรับเข้าของมหาวิทยาลัย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04acb090044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5bb05d9064c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a56c5142c43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701134aae48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e4e6a9ed945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0e514d4d3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042E3D-0571-4A4D-9EED-97892566A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5C8056-409F-4F4F-877D-88D0831ACC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7BD8A2-8F9F-45C1-B661-869F9E4E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5B5EFF-29EE-4CE0-92DC-5B87A55D78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789DD8-0818-4D19-8C64-7CD2A9578A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2AB6BF-EDB6-49F4-826B-5A04FCE86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590CD5-12D6-4194-A26C-AFB8A4805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15F27E-8D03-4FC7-B4A6-FF007BA96F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32377C-EFB7-4C4E-A701-723E0F53A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C19257-7642-40B8-B6EF-517A1FF71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13332a5dd4e14" /><Relationship Type="http://schemas.openxmlformats.org/officeDocument/2006/relationships/slideLayout" Target="/ppt/slideLayouts/slideLayout1.xml" Id="R4ff9bfdf44d24ff7" /><Relationship Type="http://schemas.openxmlformats.org/officeDocument/2006/relationships/slideLayout" Target="/ppt/slideLayouts/slideLayout2.xml" Id="R602874054bb44593" /><Relationship Type="http://schemas.openxmlformats.org/officeDocument/2006/relationships/slideLayout" Target="/ppt/slideLayouts/slideLayout3.xml" Id="R4a276b3ca0014b8d" /><Relationship Type="http://schemas.openxmlformats.org/officeDocument/2006/relationships/slideLayout" Target="/ppt/slideLayouts/slideLayout4.xml" Id="R9b1e702d9d0c4dd5" /><Relationship Type="http://schemas.openxmlformats.org/officeDocument/2006/relationships/slideLayout" Target="/ppt/slideLayouts/slideLayout5.xml" Id="Reb04adb55c044a13" /><Relationship Type="http://schemas.openxmlformats.org/officeDocument/2006/relationships/slideLayout" Target="/ppt/slideLayouts/slideLayout6.xml" Id="R49e916c372344e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f9bfdf44d24ff7"/>
    <p:sldLayoutId xmlns:r="http://schemas.openxmlformats.org/officeDocument/2006/relationships" id="2147483650" r:id="R602874054bb44593"/>
    <p:sldLayoutId xmlns:r="http://schemas.openxmlformats.org/officeDocument/2006/relationships" id="2147483651" r:id="R4a276b3ca0014b8d"/>
    <p:sldLayoutId xmlns:r="http://schemas.openxmlformats.org/officeDocument/2006/relationships" id="2147483652" r:id="R9b1e702d9d0c4dd5"/>
    <p:sldLayoutId xmlns:r="http://schemas.openxmlformats.org/officeDocument/2006/relationships" id="2147483653" r:id="Reb04adb55c044a13"/>
    <p:sldLayoutId xmlns:r="http://schemas.openxmlformats.org/officeDocument/2006/relationships" id="2147483654" r:id="R49e916c372344e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ae6f2634b4d43" /><Relationship Type="http://schemas.openxmlformats.org/officeDocument/2006/relationships/image" Target="/ppt/media/image.bin" Id="R4a2e3e353bae46f8" /><Relationship Type="http://schemas.openxmlformats.org/officeDocument/2006/relationships/notesSlide" Target="/ppt/notesSlides/notesSlide1.xml" Id="R485dcdb31f6045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95f14d9f1462b" /><Relationship Type="http://schemas.openxmlformats.org/officeDocument/2006/relationships/notesSlide" Target="/ppt/notesSlides/notesSlide2.xml" Id="R2a75ae196ed04e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d65d97b06472c" /><Relationship Type="http://schemas.openxmlformats.org/officeDocument/2006/relationships/image" Target="/ppt/media/image.jpeg" Id="R333c528c871f4c2e" /><Relationship Type="http://schemas.openxmlformats.org/officeDocument/2006/relationships/notesSlide" Target="/ppt/notesSlides/notesSlide3.xml" Id="Rd5cdf10c944e4d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d26cf7c384c25" /><Relationship Type="http://schemas.openxmlformats.org/officeDocument/2006/relationships/notesSlide" Target="/ppt/notesSlides/notesSlide4.xml" Id="R592c6a7f61a44a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b04437c6847f2" /><Relationship Type="http://schemas.openxmlformats.org/officeDocument/2006/relationships/notesSlide" Target="/ppt/notesSlides/notesSlide5.xml" Id="R6cc7cf4d80c8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c87aa44854779" /><Relationship Type="http://schemas.openxmlformats.org/officeDocument/2006/relationships/image" Target="/ppt/media/image2.jpeg" Id="Rf2ea5a7b88a44603" /><Relationship Type="http://schemas.openxmlformats.org/officeDocument/2006/relationships/notesSlide" Target="/ppt/notesSlides/notesSlide6.xml" Id="Rf3580c8faef24a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f0d40ed864740" /><Relationship Type="http://schemas.openxmlformats.org/officeDocument/2006/relationships/image" Target="/ppt/media/image3.jpeg" Id="R462c178d340f407a" /><Relationship Type="http://schemas.openxmlformats.org/officeDocument/2006/relationships/notesSlide" Target="/ppt/notesSlides/notesSlide7.xml" Id="Rc6364e54252148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d64be8b104d03" /><Relationship Type="http://schemas.openxmlformats.org/officeDocument/2006/relationships/notesSlide" Target="/ppt/notesSlides/notesSlide8.xml" Id="R3a62e9c818da4b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fcb5ea44e4abc" /><Relationship Type="http://schemas.openxmlformats.org/officeDocument/2006/relationships/notesSlide" Target="/ppt/notesSlides/notesSlide9.xml" Id="Ra4cd2e05a92f4c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a757c44284a1f" /><Relationship Type="http://schemas.openxmlformats.org/officeDocument/2006/relationships/notesSlide" Target="/ppt/notesSlides/notesSlide10.xml" Id="Ra4efb4820f3345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846F5-AAEC-48F0-BF9D-84A5D1A2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26EC2-C9F3-40E1-B76B-897AB9A1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6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ALYZYUS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4DA91-6468-452D-8A75-E7CBE7F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0275"/>
            <a:ext cx="5191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ระบบร้านค้าออนไลน์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5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และการแสดงกระบวนการสินค้า 3 มิติ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5EF02-94FF-45DD-A77D-A344656E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Mr. Wirun Earmvorakul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B4704-DCD6-49C8-A8A6-18DD37A6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910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ผลงานประกอบการสมัครศึกษาวิศวกรรมซอฟต์แวร์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คณะวิศวกรรมศาสตร์ มหาวิทยาลัยเกษตรศาสตร์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B4C1E-8168-4ABD-BE6F-EC9E46D93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e3e353bae46f8"/>
          <a:srcRect xmlns:a="http://schemas.openxmlformats.org/drawingml/2006/main" l="19231" t="0" r="192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514350"/>
            <a:ext cx="51435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59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DD239-0A12-43BA-8C69-E3F149F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โจทย์ของร้านและผู้ใช้งาน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6D899-173C-469A-A6DF-4D47CB68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3E68E-398C-40E8-AD08-716B20F6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ลูกค้า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AB5EA-4B77-41EC-9B58-55F6E81F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4714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ค้นหาสินค้าหลายหมวดหมู่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เลือกภาษาและธีมที่อ่านสะดวก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ดูคำสั่งซื้อและขั้นตอนจัดส่งของตนเอง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C0CA4-4E96-4B90-A172-F0481751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ผู้ดูแลร้าน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AEB2C-31F4-4EE0-9B8D-DE8A49BF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24125"/>
            <a:ext cx="4714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จัดการราคาและสต็อกจากจุดเดียว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ยืนยันการชำระเงินและเลขพัสดุ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2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เปิดดูข้อมูลตามสิทธิ์ของบัญชี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F5C26-2297-43DD-9644-DD366E99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เป้าหมายของระบบคือเก็บข้อมูลคำสั่งซื้อให้ตรงกัน และทำให้ขั้นตอนอ่านเข้าใจง่าย</a:t>
            </a:r>
          </a:p>
        </p:txBody>
      </p:sp>
    </p:spTree>
    <p:extLst>
      <p:ext uri="{BB962C8B-B14F-4D97-AF65-F5344CB8AC3E}">
        <p14:creationId xmlns:p14="http://schemas.microsoft.com/office/powerpoint/2010/main" val="1187976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2F8F7-8C06-41C0-ABBC-59A7E0A0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หน้าร้านและการใช้งานบนอุปกรณ์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ACB6A-7FBF-4212-AC2E-E8C36BF2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ADF04-BEA8-4525-9683-22740FCA9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c528c871f4c2e"/>
          <a:stretch xmlns:a="http://schemas.openxmlformats.org/drawingml/2006/main"/>
        </p:blipFill>
        <p:spPr>
          <a:xfrm xmlns:a="http://schemas.openxmlformats.org/drawingml/2006/main">
            <a:off x="628650" y="1602707"/>
            <a:ext cx="7877175" cy="443363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3EBD4-3D28-4DEA-838A-FD92B9FC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24025"/>
            <a:ext cx="266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7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ไทย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7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English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7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中文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A4766-17B1-4F02-B216-924E2C7B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266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Light และ Dark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ค้นหา กรอง และถุงสินค้า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อัปโหลดรูปและแปลสินค้า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รองรับจอมือถือ</a:t>
            </a:r>
          </a:p>
        </p:txBody>
      </p:sp>
    </p:spTree>
    <p:extLst>
      <p:ext uri="{BB962C8B-B14F-4D97-AF65-F5344CB8AC3E}">
        <p14:creationId xmlns:p14="http://schemas.microsoft.com/office/powerpoint/2010/main" val="1500911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1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33E82-732F-491C-990B-67D924A8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โครงสร้างของระบบ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8A23D-4E53-44BE-BFFD-60D980C9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BCC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BBBCC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BBCCE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B6A48-2DA2-4F03-9B67-443CCA8B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C5B5FF"/>
                </a:solidFill>
                <a:latin typeface="Tahoma"/>
                <a:ea typeface="Tahoma"/>
                <a:cs typeface="Tahoma"/>
              </a:rPr>
              <a:t>เบราว์เซอร์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AA3B3-9AAB-4DBF-B137-386FA31D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3190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HTML และ Jinja2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CSS และ JavaScript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Three.js จาก CDN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ไม่มีขั้นตอน frontend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38D71-8E77-4769-A421-440A18B4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C5B5FF"/>
                </a:solidFill>
                <a:latin typeface="Tahoma"/>
                <a:ea typeface="Tahoma"/>
                <a:cs typeface="Tahoma"/>
              </a:rPr>
              <a:t>เซิร์ฟเวอร์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BF594-909D-45AA-9A10-E9640098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67025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Flask บน Vercel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ตรวจ session และ input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คำนวณคำสั่งซื้อจากข้อมูลจริง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ตรวจลายเซ็น webhook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46001-F81E-4CFC-B053-B71D91F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C5B5FF"/>
                </a:solidFill>
                <a:latin typeface="Tahoma"/>
                <a:ea typeface="Tahoma"/>
                <a:cs typeface="Tahoma"/>
              </a:rPr>
              <a:t>Supabase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183EB-76DB-4156-85F3-85E73BA0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67025"/>
            <a:ext cx="3105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Auth สำหรับบัญชีสมาชิก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PostgreSQL และ RLS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ธุรกรรมสร้างคำสั่งซื้อ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server key อยู่ฝั่งเซิร์ฟเวอร์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D004B-751E-4F91-A20F-092DF743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530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C4CBD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C4CBD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C4CBD8"/>
                </a:solidFill>
                <a:latin typeface="Tahoma"/>
                <a:ea typeface="Tahoma"/>
                <a:cs typeface="Tahoma"/>
              </a:rPr>
              <a:t>API เชื่อมหน้าเว็บกับฐานข้อมูลผ่าน HTTPS โดยตรวจสิทธิ์ทุกครั้งที่อ่านข้อมูลส่วนตัว</a:t>
            </a:r>
          </a:p>
        </p:txBody>
      </p:sp>
    </p:spTree>
    <p:extLst>
      <p:ext uri="{BB962C8B-B14F-4D97-AF65-F5344CB8AC3E}">
        <p14:creationId xmlns:p14="http://schemas.microsoft.com/office/powerpoint/2010/main" val="944560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D17AC-7B93-4513-80EE-47D5018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ความถูกต้องของคำสั่งซื้อ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F2EB6-9A31-40AC-B0AA-B1424CD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FDB1A-17DB-4E14-93F8-837E44C3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ราคาที่เชื่อถือได้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370BE-83F0-4F0C-A4BB-B542139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538162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ลูกค้าส่งรหัสสินค้าและจำนวน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เซิร์ฟเวอร์ตรวจราคาจากฐานข้อมูล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คูปองและค่าจัดส่งใช้กฎฝั่งเซิร์ฟเวอร์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89D00-92EF-4008-80CF-B4C4A75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811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55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ธุรกรรมเดียว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78DA3-96C2-47FF-8DC2-08EA3983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43175"/>
            <a:ext cx="4476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ล็อกแถวสินค้าก่อนตัดสต็อก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สร้างออเดอร์พร้อมลดสต็อก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idempotency key ป้องกันกดซ้ำ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C530D-EC2D-4AA8-A027-0C92B0B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78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สถานะการชำระเงินออนไลน์อ้างอิง webhook ที่ตรวจลายเซ็นและยอดเงิน</a:t>
            </a:r>
          </a:p>
        </p:txBody>
      </p:sp>
    </p:spTree>
    <p:extLst>
      <p:ext uri="{BB962C8B-B14F-4D97-AF65-F5344CB8AC3E}">
        <p14:creationId xmlns:p14="http://schemas.microsoft.com/office/powerpoint/2010/main" val="214538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2E4DD-7750-4088-88BF-C3716CE2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เส้นทางสินค้าในฉาก 3 มิติ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49EF5-7DCC-485F-A69E-5E9E6C8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A79A3-60C8-40B7-9D6D-01C63F59C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a5a7b88a44603"/>
          <a:stretch xmlns:a="http://schemas.openxmlformats.org/drawingml/2006/main"/>
        </p:blipFill>
        <p:spPr>
          <a:xfrm xmlns:a="http://schemas.openxmlformats.org/drawingml/2006/main">
            <a:off x="609600" y="1619962"/>
            <a:ext cx="7934325" cy="446580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F10AD-33AD-4CEE-9BD7-D726D1A0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4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กระบวนการ 5 ขั้นตอน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AB8FC-ADF3-40AB-8651-71D927ED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2667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รับคำสั่งซื้อ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ยืนยันคำสั่งซื้อ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เตรียมสินค้า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จัดส่งสินค้า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ส่งถึงลูกค้า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5EBDF-3E40-4815-A20D-57324E79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81625"/>
            <a:ext cx="2647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5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ภาพ DEMO อธิบายกระบวนการ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ออเดอร์จริงอ่านตามสิทธิ์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ไม่มีตำแหน่ง GPS สด</a:t>
            </a:r>
          </a:p>
        </p:txBody>
      </p:sp>
    </p:spTree>
    <p:extLst>
      <p:ext uri="{BB962C8B-B14F-4D97-AF65-F5344CB8AC3E}">
        <p14:creationId xmlns:p14="http://schemas.microsoft.com/office/powerpoint/2010/main" val="1140124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9FBEA-9D1E-405B-BA33-16517D15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แบบจำลองคิวสำนักงาน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2DAB6-3A58-40B0-93F7-BB3DA92A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90556-2E11-4367-896A-D9C019E24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c178d340f407a"/>
          <a:stretch xmlns:a="http://schemas.openxmlformats.org/drawingml/2006/main"/>
        </p:blipFill>
        <p:spPr>
          <a:xfrm xmlns:a="http://schemas.openxmlformats.org/drawingml/2006/main">
            <a:off x="609600" y="1619962"/>
            <a:ext cx="7934325" cy="446580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8CAE9-7C43-4D7F-8688-04B76F8B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4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ปรับจำนวน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4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เจ้าหน้าที่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0514D-73DE-4063-A332-7CF111C6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7146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นักศึกษาเข้าแบบ Poisson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เวลาบริการสุ่ม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ตรวจเอกสารใช้เวลานานที่สุด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เพิ่มคนแล้วเพิ่มโต๊ะในฉาก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D6AF0-0CCE-4F3E-A6EB-B61A1E1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2714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ปรับคิวและความเร็วได้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หมุนหรือซูมด้วยเมาส์และสัมผัส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65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เปิดจาก HTML ไฟล์เดียว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223337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1E4CD-F1C3-4186-BF8B-7976C523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หลักฐานการตรวจสอบ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1148C-3B79-42F4-AF95-AAEC4AD4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7D5AD-1172-4F0B-A716-8E3265B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361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8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78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48D91-52AA-4E63-972D-1736C7FD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395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2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กรณีทดสอบ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5F179-A64E-4DC4-A5E5-F7C5026C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3905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session และบทบาทผู้ใช้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input ที่ไม่ถูกต้อง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callback และ webhook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9C16A-58C0-450B-A9F8-F17192B7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361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8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78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123C5-5794-43AF-87DB-AFFC823C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2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กรณีทดสอบ Node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2C7FF-3497-48CA-BF7E-DDA00D69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41433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ธุรกรรมคำสั่งซื้อและ RLS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จำนวนคนในแบบจำลอง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สิทธิ์อ่านสถานะออเดอร์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C7D5D-C1FC-4813-939B-1D9B0506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34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57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ชุดทดสอบผ่าน 39 กรณี การตรวจนี้ครอบคลุมกรณีที่ระบุและยังไม่มีผล load test</a:t>
            </a:r>
          </a:p>
        </p:txBody>
      </p:sp>
    </p:spTree>
    <p:extLst>
      <p:ext uri="{BB962C8B-B14F-4D97-AF65-F5344CB8AC3E}">
        <p14:creationId xmlns:p14="http://schemas.microsoft.com/office/powerpoint/2010/main" val="88808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21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B8EA9-C3AB-4DEB-A2A2-E1A1A4C9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ประสิทธิภาพและขอบเขตที่ยังต้องพัฒนา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F882D-4063-4FAB-A998-3BE5354A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BCC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BBBCCE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BBBCCE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B4BE9-7092-40DD-8966-6BBB6BAA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5286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40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C5B5FF"/>
                </a:solidFill>
                <a:latin typeface="Tahoma"/>
                <a:ea typeface="Tahoma"/>
                <a:cs typeface="Tahoma"/>
              </a:rPr>
              <a:t>ฉาก 3D ใช้ทรัพยากรจำกัด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161EA-FB29-471D-91B8-1EA8184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5286375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สำนักงาน 30 FPS เส้นทางสินค้า 18 FPS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ใช้ instancing และรูปทรงเรียบง่าย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พักการวาดเมื่อแท็บถูกซ่อน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เปิดฉากตามที่ผู้ใช้เรียกดู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BBE28-6756-4DD2-BF60-FEDC720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81175"/>
            <a:ext cx="4619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400" b="1">
                <a:solidFill>
                  <a:srgbClr val="C5B5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C5B5FF"/>
                </a:solidFill>
                <a:latin typeface="Tahoma"/>
                <a:ea typeface="Tahoma"/>
                <a:cs typeface="Tahoma"/>
              </a:rPr>
              <a:t>ก่อนเปิดขายเต็มรูปแบบ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D198C-6EC3-4A08-8FDA-89CBB064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4619625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เพิ่มสินค้าและสต็อกจริง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ตั้งบัญชีบัตร PromptPay ธนาคาร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ทดสอบรับเงินและคืนเงิน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0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ตั้ง SMTP และนโยบายผู้ขาย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656BE-992C-4F37-B77E-3C3C0E5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C4CBD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C4CBD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C4CBD8"/>
                </a:solidFill>
                <a:latin typeface="Tahoma"/>
                <a:ea typeface="Tahoma"/>
                <a:cs typeface="Tahoma"/>
              </a:rPr>
              <a:t>ปัจจุบันเปิด COD สินค้าตัวอย่าง 8 รายการยังเป็น draft และมีสต็อก 0</a:t>
            </a:r>
          </a:p>
        </p:txBody>
      </p:sp>
    </p:spTree>
    <p:extLst>
      <p:ext uri="{BB962C8B-B14F-4D97-AF65-F5344CB8AC3E}">
        <p14:creationId xmlns:p14="http://schemas.microsoft.com/office/powerpoint/2010/main" val="27116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4EFDA-02BF-4179-A2F5-E54CA16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3150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ผลงานสำหรับการศึกษาวิศวกรรมซอฟต์แวร์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D53EC-9699-4BF8-BC03-DF9D167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200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D41AB-60A8-4253-B9D4-16F95D3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700" b="1">
                <a:solidFill>
                  <a:srgbClr val="7359BB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7359BB"/>
                </a:solidFill>
                <a:latin typeface="Tahoma"/>
                <a:ea typeface="Tahoma"/>
                <a:cs typeface="Tahoma"/>
              </a:rPr>
              <a:t>ข้อกำหนดและการออกแบบระบบ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642E7-8A80-437C-8855-E0C82E99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4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โครงการเชื่อม UI กับข้อมูลและกฎธุรกิจ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4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พร้อมทดสอบสิทธิ์และความถูกต้องของคำสั่งซื้อ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400" b="0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72138"/>
                </a:solidFill>
                <a:latin typeface="Tahoma"/>
                <a:ea typeface="Tahoma"/>
                <a:cs typeface="Tahoma"/>
              </a:rPr>
              <a:t>ขั้นต่อไปคือทดลองกับผู้ใช้และวัดประสิทธิภาพจริง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DDC6D-A03D-4BE2-98CC-1D36A680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2175" b="1">
                <a:solidFill>
                  <a:srgbClr val="172138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72138"/>
                </a:solidFill>
                <a:latin typeface="Tahoma"/>
                <a:ea typeface="Tahoma"/>
                <a:cs typeface="Tahoma"/>
              </a:rPr>
              <a:t>Mr. Wirun Earmvorakul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14D06-18CE-48EB-BA0F-5D5105E5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alyzyus.vercel.app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725" b="0">
                <a:solidFill>
                  <a:srgbClr val="53607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076"/>
                </a:solidFill>
                <a:latin typeface="Tahoma"/>
                <a:ea typeface="Tahoma"/>
                <a:cs typeface="Tahoma"/>
              </a:rPr>
              <a:t>github.com/wirunIdt/Alyzyus_Project  (Private)</a:t>
            </a:r>
          </a:p>
        </p:txBody>
      </p:sp>
    </p:spTree>
    <p:extLst>
      <p:ext uri="{BB962C8B-B14F-4D97-AF65-F5344CB8AC3E}">
        <p14:creationId xmlns:p14="http://schemas.microsoft.com/office/powerpoint/2010/main" val="151467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2026-10-14T16:28:10.2610000Z</dcterms:created>
  <dcterms:modified xsi:type="dcterms:W3CDTF">2026-10-14T16:28:10.2610000Z</dcterms:modified>
</coreProperties>
</file>